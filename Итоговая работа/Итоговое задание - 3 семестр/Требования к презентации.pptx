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1" r:id="rId5"/>
    <p:sldId id="266" r:id="rId6"/>
    <p:sldId id="263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20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59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22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4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33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60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19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61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21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91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34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EEDC7-6885-4545-9A5B-F065FF80F41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8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222" y="3165654"/>
            <a:ext cx="12191999" cy="921309"/>
          </a:xfrm>
        </p:spPr>
        <p:txBody>
          <a:bodyPr>
            <a:normAutofit fontScale="90000"/>
          </a:bodyPr>
          <a:lstStyle/>
          <a:p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«Сайт-портфолио»</a:t>
            </a:r>
            <a:b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09.0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.07 </a:t>
            </a: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</a:t>
            </a: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 программирование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81776" y="4255950"/>
            <a:ext cx="3988157" cy="2176033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2 курса П-28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 И.О.</a:t>
            </a:r>
          </a:p>
          <a:p>
            <a:pPr algn="l"/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Хаятова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Л.Р.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7348"/>
            <a:ext cx="12192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Частное образовательное учреждение высшего образования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«Международный Институт Дизайна и Сервиса»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(ЧОУВО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МИДиС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математики и информатики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54580" y="6173524"/>
            <a:ext cx="177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Челябинск 20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0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300" dirty="0" smtClean="0"/>
              <a:t>Задачи:</a:t>
            </a:r>
          </a:p>
          <a:p>
            <a:pPr marL="514350" indent="-514350">
              <a:buAutoNum type="arabicParenR"/>
            </a:pPr>
            <a:r>
              <a:rPr lang="ru-RU" dirty="0" smtClean="0"/>
              <a:t>…; (начинаются с глагола)</a:t>
            </a:r>
          </a:p>
          <a:p>
            <a:pPr marL="514350" indent="-514350">
              <a:buAutoNum type="arabicParenR"/>
            </a:pPr>
            <a:r>
              <a:rPr lang="ru-RU" dirty="0" smtClean="0"/>
              <a:t>…;</a:t>
            </a:r>
          </a:p>
          <a:p>
            <a:pPr marL="514350" indent="-514350">
              <a:buAutoNum type="arabicParenR"/>
            </a:pPr>
            <a:r>
              <a:rPr lang="ru-RU" dirty="0" smtClean="0"/>
              <a:t>….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917448" y="517525"/>
            <a:ext cx="10515600" cy="1500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Цель </a:t>
            </a:r>
            <a:r>
              <a:rPr lang="ru-RU" dirty="0" smtClean="0"/>
              <a:t>- … (начинается с существительного)</a:t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287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Описать какие использовали технологии, программы, </a:t>
            </a:r>
            <a:r>
              <a:rPr lang="ru-RU" dirty="0" smtClean="0"/>
              <a:t>плагины, сервисы </a:t>
            </a:r>
            <a:r>
              <a:rPr lang="ru-RU" dirty="0"/>
              <a:t>и пр.</a:t>
            </a:r>
          </a:p>
        </p:txBody>
      </p:sp>
    </p:spTree>
    <p:extLst>
      <p:ext uri="{BB962C8B-B14F-4D97-AF65-F5344CB8AC3E}">
        <p14:creationId xmlns:p14="http://schemas.microsoft.com/office/powerpoint/2010/main" val="297032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361"/>
          </a:xfrm>
        </p:spPr>
        <p:txBody>
          <a:bodyPr/>
          <a:lstStyle/>
          <a:p>
            <a:pPr algn="ctr"/>
            <a:r>
              <a:rPr lang="ru-RU" dirty="0" smtClean="0"/>
              <a:t>Цветной макет сайта из </a:t>
            </a:r>
            <a:r>
              <a:rPr lang="ru-RU" dirty="0" err="1" smtClean="0"/>
              <a:t>Figma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773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</a:t>
            </a:r>
            <a:r>
              <a:rPr lang="ru-RU" dirty="0" err="1" smtClean="0"/>
              <a:t>валидатора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en-US" dirty="0" smtClean="0"/>
              <a:t>html, </a:t>
            </a:r>
            <a:r>
              <a:rPr lang="en-US" dirty="0" err="1" smtClean="0"/>
              <a:t>css</a:t>
            </a:r>
            <a:r>
              <a:rPr lang="en-US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172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ru-RU" dirty="0"/>
              <a:t>Демонстрация своего проекта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 </a:t>
            </a:r>
            <a:r>
              <a:rPr lang="ru-RU" dirty="0"/>
              <a:t>пояснением в браузере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r>
              <a:rPr lang="ru-RU" dirty="0" smtClean="0"/>
              <a:t> проекта в </a:t>
            </a:r>
            <a:r>
              <a:rPr lang="en-US" dirty="0" smtClean="0"/>
              <a:t>GitHub</a:t>
            </a:r>
            <a:endParaRPr lang="ru-RU" dirty="0" smtClean="0"/>
          </a:p>
          <a:p>
            <a:r>
              <a:rPr lang="ru-RU" dirty="0" smtClean="0"/>
              <a:t>Ссылка на страницу Вашего сайта в интернете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66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ru-RU" dirty="0" smtClean="0"/>
              <a:t>Вывод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38153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123</Words>
  <Application>Microsoft Office PowerPoint</Application>
  <PresentationFormat>Широкоэкранный</PresentationFormat>
  <Paragraphs>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ПРОЕКТ Тема: «Сайт-портфолио»  специальности 09.02.07 Информационные системы и программирование</vt:lpstr>
      <vt:lpstr>Презентация PowerPoint</vt:lpstr>
      <vt:lpstr>Описать какие использовали технологии, программы, плагины, сервисы и пр.</vt:lpstr>
      <vt:lpstr>Цветной макет сайта из Figma</vt:lpstr>
      <vt:lpstr>Результаты валидатора (html, css)</vt:lpstr>
      <vt:lpstr>Демонстрация своего проекта  с пояснением в браузере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</dc:title>
  <dc:creator>Lector</dc:creator>
  <cp:lastModifiedBy>Lector</cp:lastModifiedBy>
  <cp:revision>13</cp:revision>
  <dcterms:created xsi:type="dcterms:W3CDTF">2022-12-09T08:56:50Z</dcterms:created>
  <dcterms:modified xsi:type="dcterms:W3CDTF">2023-12-06T10:21:19Z</dcterms:modified>
</cp:coreProperties>
</file>