
<file path=[Content_Types].xml><?xml version="1.0" encoding="utf-8"?>
<Types xmlns="http://schemas.openxmlformats.org/package/2006/content-types">
  <Default Extension="png" ContentType="image/png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64" r:id="rId2"/>
    <p:sldId id="257" r:id="rId3"/>
    <p:sldId id="258" r:id="rId4"/>
    <p:sldId id="261" r:id="rId5"/>
    <p:sldId id="266" r:id="rId6"/>
    <p:sldId id="263" r:id="rId7"/>
    <p:sldId id="265" r:id="rId8"/>
  </p:sldIdLst>
  <p:sldSz cx="12192000" cy="6858000"/>
  <p:notesSz cx="6858000" cy="9144000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>
      <p:cViewPr varScale="1">
        <p:scale>
          <a:sx n="105" d="100"/>
          <a:sy n="105" d="100"/>
        </p:scale>
        <p:origin x="714" y="11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Титульны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smtClean="0"/>
              <a:t>Образец подзаголовка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1922020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Заголовок и объек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56259791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Заголовок раздел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270322254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Два объекта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9124109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Сравне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4" name="Объект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5" name="Текст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6" name="Объект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7" name="Дата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8" name="Нижний колонтитул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9" name="Номер слайда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204339310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Только заголовок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Дата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81360230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Пустой слайд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Дата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3" name="Нижний колонтитул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53919536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Объект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72261058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Рисунок с подписью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Рисунок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ru-RU"/>
          </a:p>
        </p:txBody>
      </p:sp>
      <p:sp>
        <p:nvSpPr>
          <p:cNvPr id="4" name="Текст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ru-RU" smtClean="0"/>
              <a:t>Образец текста</a:t>
            </a:r>
          </a:p>
        </p:txBody>
      </p:sp>
      <p:sp>
        <p:nvSpPr>
          <p:cNvPr id="5" name="Дата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688217208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Заголовок и вертикальный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1756918150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Вертикальный заголовок и текс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тикальный заголовок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Вертикальный текст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8BEEDC7-6885-4545-9A5B-F065FF80F413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410334485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ru-RU" smtClean="0"/>
              <a:t>Образец заголовка</a:t>
            </a:r>
            <a:endParaRPr lang="ru-RU"/>
          </a:p>
        </p:txBody>
      </p:sp>
      <p:sp>
        <p:nvSpPr>
          <p:cNvPr id="3" name="Текст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ru-RU" smtClean="0"/>
              <a:t>Образец текста</a:t>
            </a:r>
          </a:p>
          <a:p>
            <a:pPr lvl="1"/>
            <a:r>
              <a:rPr lang="ru-RU" smtClean="0"/>
              <a:t>Второй уровень</a:t>
            </a:r>
          </a:p>
          <a:p>
            <a:pPr lvl="2"/>
            <a:r>
              <a:rPr lang="ru-RU" smtClean="0"/>
              <a:t>Третий уровень</a:t>
            </a:r>
          </a:p>
          <a:p>
            <a:pPr lvl="3"/>
            <a:r>
              <a:rPr lang="ru-RU" smtClean="0"/>
              <a:t>Четвертый уровень</a:t>
            </a:r>
          </a:p>
          <a:p>
            <a:pPr lvl="4"/>
            <a:r>
              <a:rPr lang="ru-RU" smtClean="0"/>
              <a:t>Пятый уровень</a:t>
            </a:r>
            <a:endParaRPr lang="ru-RU"/>
          </a:p>
        </p:txBody>
      </p:sp>
      <p:sp>
        <p:nvSpPr>
          <p:cNvPr id="4" name="Дата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8BEEDC7-6885-4545-9A5B-F065FF80F413}" type="datetimeFigureOut">
              <a:rPr lang="ru-RU" smtClean="0"/>
              <a:t>11.12.2023</a:t>
            </a:fld>
            <a:endParaRPr lang="ru-RU"/>
          </a:p>
        </p:txBody>
      </p:sp>
      <p:sp>
        <p:nvSpPr>
          <p:cNvPr id="5" name="Нижний колонтитул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ru-RU"/>
          </a:p>
        </p:txBody>
      </p:sp>
      <p:sp>
        <p:nvSpPr>
          <p:cNvPr id="6" name="Номер слайда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0862CE89-7DD7-4B40-AA88-41EDDCE85403}" type="slidenum">
              <a:rPr lang="ru-RU" smtClean="0"/>
              <a:t>‹#›</a:t>
            </a:fld>
            <a:endParaRPr lang="ru-RU"/>
          </a:p>
        </p:txBody>
      </p:sp>
    </p:spTree>
    <p:extLst>
      <p:ext uri="{BB962C8B-B14F-4D97-AF65-F5344CB8AC3E}">
        <p14:creationId xmlns:p14="http://schemas.microsoft.com/office/powerpoint/2010/main" val="343782292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ru-RU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ctrTitle"/>
          </p:nvPr>
        </p:nvSpPr>
        <p:spPr>
          <a:xfrm>
            <a:off x="47222" y="3165654"/>
            <a:ext cx="12191999" cy="921309"/>
          </a:xfrm>
        </p:spPr>
        <p:txBody>
          <a:bodyPr>
            <a:normAutofit fontScale="90000"/>
          </a:bodyPr>
          <a:lstStyle/>
          <a:p>
            <a:r>
              <a:rPr lang="ru-RU" sz="44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ПРОЕКТ</a:t>
            </a: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Тема: «Сайт-портфолио»</a:t>
            </a:r>
            <a:br>
              <a:rPr lang="ru-RU" sz="44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/>
            </a:r>
            <a:br>
              <a:rPr lang="ru-RU" sz="22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специальности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09.0</a:t>
            </a:r>
            <a:r>
              <a:rPr lang="en-US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.07 </a:t>
            </a:r>
            <a:r>
              <a:rPr lang="ru-RU" sz="27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Информационные </a:t>
            </a:r>
            <a:r>
              <a:rPr lang="ru-RU" sz="27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системы и программирование</a:t>
            </a:r>
          </a:p>
        </p:txBody>
      </p:sp>
      <p:sp>
        <p:nvSpPr>
          <p:cNvPr id="3" name="Подзаголовок 2"/>
          <p:cNvSpPr>
            <a:spLocks noGrp="1"/>
          </p:cNvSpPr>
          <p:nvPr>
            <p:ph type="subTitle" idx="1"/>
          </p:nvPr>
        </p:nvSpPr>
        <p:spPr>
          <a:xfrm>
            <a:off x="7681776" y="4255950"/>
            <a:ext cx="3988157" cy="2176033"/>
          </a:xfrm>
        </p:spPr>
        <p:txBody>
          <a:bodyPr>
            <a:noAutofit/>
          </a:bodyPr>
          <a:lstStyle/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Выполнил: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студент 2 курса П-28</a:t>
            </a:r>
            <a:r>
              <a:rPr lang="en-US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группы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Фамилия И.О.</a:t>
            </a:r>
          </a:p>
          <a:p>
            <a:pPr algn="l"/>
            <a:endParaRPr lang="en-US" sz="1800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Проверил: </a:t>
            </a:r>
          </a:p>
          <a:p>
            <a:pPr algn="l">
              <a:lnSpc>
                <a:spcPct val="100000"/>
              </a:lnSpc>
              <a:spcBef>
                <a:spcPts val="0"/>
              </a:spcBef>
            </a:pPr>
            <a:r>
              <a:rPr lang="ru-RU" sz="1800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Хаятова</a:t>
            </a:r>
            <a:r>
              <a:rPr lang="ru-RU" sz="1800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 Л.Р.</a:t>
            </a:r>
            <a:endParaRPr lang="ru-RU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Прямоугольник 4"/>
          <p:cNvSpPr/>
          <p:nvPr/>
        </p:nvSpPr>
        <p:spPr>
          <a:xfrm>
            <a:off x="0" y="67348"/>
            <a:ext cx="12192000" cy="1292662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Частное образовательное учреждение высшего образования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«Международный Институт Дизайна и Сервиса»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(ЧОУВО </a:t>
            </a:r>
            <a:r>
              <a:rPr lang="ru-RU" sz="2000" b="1" dirty="0" err="1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МИДиС</a:t>
            </a:r>
            <a:r>
              <a:rPr lang="ru-RU" sz="2000" b="1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) </a:t>
            </a:r>
            <a:endParaRPr lang="en-US" sz="2000" b="1" dirty="0" smtClean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Кафедра математики и информатики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5254580" y="6173524"/>
            <a:ext cx="17772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Челябинск 20</a:t>
            </a:r>
            <a:r>
              <a:rPr lang="en-US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2</a:t>
            </a:r>
            <a:r>
              <a:rPr lang="ru-RU" dirty="0" smtClean="0">
                <a:latin typeface="Times New Roman" panose="02020603050405020304" pitchFamily="18" charset="0"/>
                <a:cs typeface="Times New Roman" panose="02020603050405020304" pitchFamily="18" charset="0"/>
              </a:rPr>
              <a:t>3</a:t>
            </a:r>
            <a:endParaRPr lang="ru-RU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97320356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Объект 4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marL="0" indent="0">
              <a:buNone/>
            </a:pPr>
            <a:r>
              <a:rPr lang="ru-RU" sz="4300" dirty="0" smtClean="0"/>
              <a:t>Задачи:</a:t>
            </a:r>
          </a:p>
          <a:p>
            <a:pPr marL="514350" indent="-514350">
              <a:buAutoNum type="arabicParenR"/>
            </a:pPr>
            <a:r>
              <a:rPr lang="ru-RU" dirty="0" smtClean="0"/>
              <a:t>…; (начинаются с глагола)</a:t>
            </a:r>
          </a:p>
          <a:p>
            <a:pPr marL="514350" indent="-514350">
              <a:buAutoNum type="arabicParenR"/>
            </a:pPr>
            <a:r>
              <a:rPr lang="ru-RU" dirty="0" smtClean="0"/>
              <a:t>…;</a:t>
            </a:r>
          </a:p>
          <a:p>
            <a:pPr marL="514350" indent="-514350">
              <a:buAutoNum type="arabicParenR"/>
            </a:pPr>
            <a:r>
              <a:rPr lang="ru-RU" dirty="0" smtClean="0"/>
              <a:t>….</a:t>
            </a:r>
          </a:p>
        </p:txBody>
      </p:sp>
      <p:sp>
        <p:nvSpPr>
          <p:cNvPr id="3" name="Заголовок 1"/>
          <p:cNvSpPr txBox="1">
            <a:spLocks/>
          </p:cNvSpPr>
          <p:nvPr/>
        </p:nvSpPr>
        <p:spPr>
          <a:xfrm>
            <a:off x="917448" y="517525"/>
            <a:ext cx="10515600" cy="1500251"/>
          </a:xfrm>
          <a:prstGeom prst="rect">
            <a:avLst/>
          </a:prstGeom>
        </p:spPr>
        <p:txBody>
          <a:bodyPr vert="horz" lIns="91440" tIns="45720" rIns="91440" bIns="45720" rtlCol="0" anchor="ctr">
            <a:normAutofit fontScale="97500"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b="1" dirty="0" smtClean="0"/>
              <a:t>Цель </a:t>
            </a:r>
            <a:r>
              <a:rPr lang="ru-RU" dirty="0" smtClean="0"/>
              <a:t>- … (начинается с существительного)</a:t>
            </a:r>
            <a:br>
              <a:rPr lang="ru-RU" dirty="0" smtClean="0"/>
            </a:b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1287098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/>
            <a:r>
              <a:rPr lang="ru-RU" dirty="0"/>
              <a:t>Описать какие использовали технологии, программы, </a:t>
            </a:r>
            <a:r>
              <a:rPr lang="ru-RU" dirty="0" smtClean="0"/>
              <a:t>плагины, сервисы </a:t>
            </a:r>
            <a:r>
              <a:rPr lang="ru-RU" dirty="0"/>
              <a:t>и пр.</a:t>
            </a:r>
          </a:p>
        </p:txBody>
      </p:sp>
    </p:spTree>
    <p:extLst>
      <p:ext uri="{BB962C8B-B14F-4D97-AF65-F5344CB8AC3E}">
        <p14:creationId xmlns:p14="http://schemas.microsoft.com/office/powerpoint/2010/main" val="297032524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201168" y="447421"/>
            <a:ext cx="11704320" cy="1353947"/>
          </a:xfrm>
        </p:spPr>
        <p:txBody>
          <a:bodyPr>
            <a:normAutofit fontScale="90000"/>
          </a:bodyPr>
          <a:lstStyle/>
          <a:p>
            <a:pPr algn="ctr"/>
            <a:r>
              <a:rPr lang="ru-RU" b="1" dirty="0" smtClean="0"/>
              <a:t>Цветной макет сайта из </a:t>
            </a:r>
            <a:r>
              <a:rPr lang="ru-RU" b="1" dirty="0" err="1" smtClean="0"/>
              <a:t>Figma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dirty="0" smtClean="0"/>
              <a:t>(</a:t>
            </a:r>
            <a:r>
              <a:rPr lang="ru-RU" dirty="0" err="1" smtClean="0"/>
              <a:t>скрин</a:t>
            </a:r>
            <a:r>
              <a:rPr lang="ru-RU" dirty="0" smtClean="0"/>
              <a:t> </a:t>
            </a:r>
            <a:r>
              <a:rPr lang="ru-RU" dirty="0" err="1" smtClean="0"/>
              <a:t>декстоп</a:t>
            </a:r>
            <a:r>
              <a:rPr lang="ru-RU" dirty="0" smtClean="0"/>
              <a:t> и для мобильной версии</a:t>
            </a:r>
            <a:br>
              <a:rPr lang="ru-RU" dirty="0" smtClean="0"/>
            </a:br>
            <a:r>
              <a:rPr lang="ru-RU" dirty="0" smtClean="0"/>
              <a:t>+ссылка на него в виде кнопки, </a:t>
            </a:r>
            <a:br>
              <a:rPr lang="ru-RU" dirty="0" smtClean="0"/>
            </a:br>
            <a:r>
              <a:rPr lang="ru-RU" dirty="0" smtClean="0"/>
              <a:t>чтоб в браузере посмотреть)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30773720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pPr algn="ctr"/>
            <a:r>
              <a:rPr lang="ru-RU" b="1" dirty="0"/>
              <a:t>Результаты </a:t>
            </a:r>
            <a:r>
              <a:rPr lang="ru-RU" b="1" dirty="0" err="1" smtClean="0"/>
              <a:t>валидатора</a:t>
            </a:r>
            <a:r>
              <a:rPr lang="ru-RU" b="1" dirty="0" smtClean="0"/>
              <a:t> (</a:t>
            </a:r>
            <a:r>
              <a:rPr lang="en-US" b="1" dirty="0" smtClean="0"/>
              <a:t>html, </a:t>
            </a:r>
            <a:r>
              <a:rPr lang="en-US" b="1" dirty="0" err="1" smtClean="0"/>
              <a:t>css</a:t>
            </a:r>
            <a:r>
              <a:rPr lang="en-US" b="1" dirty="0" smtClean="0"/>
              <a:t>)</a:t>
            </a:r>
            <a:r>
              <a:rPr lang="ru-RU" dirty="0" smtClean="0"/>
              <a:t/>
            </a:r>
            <a:br>
              <a:rPr lang="ru-RU" dirty="0" smtClean="0"/>
            </a:br>
            <a:r>
              <a:rPr lang="ru-RU" dirty="0" err="1" smtClean="0"/>
              <a:t>скрин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76172924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 fontAlgn="base"/>
            <a:r>
              <a:rPr lang="ru-RU" b="1" dirty="0"/>
              <a:t>Демонстрация своего проекта </a:t>
            </a: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b="1" dirty="0" smtClean="0"/>
              <a:t>с </a:t>
            </a:r>
            <a:r>
              <a:rPr lang="ru-RU" b="1" dirty="0"/>
              <a:t>пояснением в браузере</a:t>
            </a:r>
          </a:p>
        </p:txBody>
      </p:sp>
      <p:sp>
        <p:nvSpPr>
          <p:cNvPr id="3" name="Объект 2"/>
          <p:cNvSpPr>
            <a:spLocks noGrp="1"/>
          </p:cNvSpPr>
          <p:nvPr>
            <p:ph idx="1"/>
          </p:nvPr>
        </p:nvSpPr>
        <p:spPr>
          <a:xfrm>
            <a:off x="838200" y="1825625"/>
            <a:ext cx="10515600" cy="2133727"/>
          </a:xfrm>
        </p:spPr>
        <p:txBody>
          <a:bodyPr/>
          <a:lstStyle/>
          <a:p>
            <a:r>
              <a:rPr lang="ru-RU" dirty="0" smtClean="0"/>
              <a:t>Ссылка </a:t>
            </a:r>
            <a:r>
              <a:rPr lang="ru-RU" dirty="0" smtClean="0"/>
              <a:t>в виде кнопки </a:t>
            </a:r>
            <a:r>
              <a:rPr lang="ru-RU" dirty="0" smtClean="0"/>
              <a:t>на </a:t>
            </a:r>
            <a:r>
              <a:rPr lang="ru-RU" dirty="0" err="1" smtClean="0"/>
              <a:t>репозиторий</a:t>
            </a:r>
            <a:r>
              <a:rPr lang="ru-RU" dirty="0" smtClean="0"/>
              <a:t> проекта в </a:t>
            </a:r>
            <a:r>
              <a:rPr lang="en-US" dirty="0" smtClean="0"/>
              <a:t>GitHub</a:t>
            </a:r>
            <a:endParaRPr lang="ru-RU" dirty="0" smtClean="0"/>
          </a:p>
          <a:p>
            <a:r>
              <a:rPr lang="ru-RU" dirty="0" smtClean="0"/>
              <a:t>Ссылка </a:t>
            </a:r>
            <a:r>
              <a:rPr lang="ru-RU" dirty="0"/>
              <a:t>в виде кнопки на </a:t>
            </a:r>
            <a:r>
              <a:rPr lang="ru-RU" dirty="0" smtClean="0"/>
              <a:t>страницу Вашего сайта в </a:t>
            </a:r>
            <a:r>
              <a:rPr lang="ru-RU" dirty="0" smtClean="0"/>
              <a:t>интернете</a:t>
            </a:r>
          </a:p>
          <a:p>
            <a:endParaRPr lang="ru-RU" dirty="0"/>
          </a:p>
          <a:p>
            <a:pPr marL="0" indent="0">
              <a:buNone/>
            </a:pPr>
            <a:r>
              <a:rPr lang="ru-RU" dirty="0" smtClean="0"/>
              <a:t>Например:</a:t>
            </a:r>
            <a:endParaRPr lang="ru-RU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758184" y="3559931"/>
            <a:ext cx="4613338" cy="319558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90766974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Заголовок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3777107"/>
          </a:xfrm>
        </p:spPr>
        <p:txBody>
          <a:bodyPr/>
          <a:lstStyle/>
          <a:p>
            <a:pPr algn="ctr" fontAlgn="base"/>
            <a:r>
              <a:rPr lang="ru-RU" b="1" dirty="0" smtClean="0"/>
              <a:t>Вывод</a:t>
            </a:r>
            <a:br>
              <a:rPr lang="ru-RU" b="1" dirty="0" smtClean="0"/>
            </a:br>
            <a:r>
              <a:rPr lang="ru-RU" b="1" dirty="0"/>
              <a:t/>
            </a:r>
            <a:br>
              <a:rPr lang="ru-RU" b="1" dirty="0"/>
            </a:br>
            <a:r>
              <a:rPr lang="ru-RU" b="1" dirty="0" smtClean="0"/>
              <a:t/>
            </a:r>
            <a:br>
              <a:rPr lang="ru-RU" b="1" dirty="0" smtClean="0"/>
            </a:br>
            <a:r>
              <a:rPr lang="ru-RU" dirty="0" smtClean="0"/>
              <a:t>Только картинка. </a:t>
            </a:r>
            <a:br>
              <a:rPr lang="ru-RU" dirty="0" smtClean="0"/>
            </a:br>
            <a:r>
              <a:rPr lang="ru-RU" dirty="0" smtClean="0"/>
              <a:t>Вывод проговариваете устно</a:t>
            </a:r>
            <a:endParaRPr lang="ru-RU" b="1" dirty="0"/>
          </a:p>
        </p:txBody>
      </p:sp>
    </p:spTree>
    <p:extLst>
      <p:ext uri="{BB962C8B-B14F-4D97-AF65-F5344CB8AC3E}">
        <p14:creationId xmlns:p14="http://schemas.microsoft.com/office/powerpoint/2010/main" val="2993815373"/>
      </p:ext>
    </p:extLst>
  </p:cSld>
  <p:clrMapOvr>
    <a:masterClrMapping/>
  </p:clrMapOvr>
</p:sld>
</file>

<file path=ppt/theme/theme1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103</TotalTime>
  <Words>165</Words>
  <Application>Microsoft Office PowerPoint</Application>
  <PresentationFormat>Широкоэкранный</PresentationFormat>
  <Paragraphs>26</Paragraphs>
  <Slides>7</Slides>
  <Notes>0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4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7</vt:i4>
      </vt:variant>
    </vt:vector>
  </HeadingPairs>
  <TitlesOfParts>
    <vt:vector size="12" baseType="lpstr">
      <vt:lpstr>Arial</vt:lpstr>
      <vt:lpstr>Calibri</vt:lpstr>
      <vt:lpstr>Calibri Light</vt:lpstr>
      <vt:lpstr>Times New Roman</vt:lpstr>
      <vt:lpstr>Тема Office</vt:lpstr>
      <vt:lpstr>ПРОЕКТ Тема: «Сайт-портфолио»  специальности 09.02.07 Информационные системы и программирование</vt:lpstr>
      <vt:lpstr>Презентация PowerPoint</vt:lpstr>
      <vt:lpstr>Описать какие использовали технологии, программы, плагины, сервисы и пр.</vt:lpstr>
      <vt:lpstr>Цветной макет сайта из Figma (скрин декстоп и для мобильной версии +ссылка на него в виде кнопки,  чтоб в браузере посмотреть)</vt:lpstr>
      <vt:lpstr>Результаты валидатора (html, css) скрин</vt:lpstr>
      <vt:lpstr>Демонстрация своего проекта  с пояснением в браузере</vt:lpstr>
      <vt:lpstr>Вывод   Только картинка.  Вывод проговариваете устно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Титульный слайд</dc:title>
  <dc:creator>Lector</dc:creator>
  <cp:lastModifiedBy>ЛР</cp:lastModifiedBy>
  <cp:revision>15</cp:revision>
  <dcterms:created xsi:type="dcterms:W3CDTF">2022-12-09T08:56:50Z</dcterms:created>
  <dcterms:modified xsi:type="dcterms:W3CDTF">2023-12-11T10:28:45Z</dcterms:modified>
</cp:coreProperties>
</file>